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传统 AI 方案 vs Agentic AI 核心维度对比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新一代企业级 Agentic AI 平台三层技术架构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模板解析解构引擎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KPI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核心效能与业务价值度量指标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母版规范强穿透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企业落地推行路线与关键里程碑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模板解析标准库搭建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战略实施建议与收官结论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恪守信息充分性第一准则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在方案设计前坚决完成深度需求探针与企业内部素材注水，杜绝信息贫血时仓促决策。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